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BUILDING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not 26 years of experience. It's 26 years closing a loop.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taught me to see the same problem from a different seat. TENET is what happens when one person has sat in all of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2130552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86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43200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41248" y="292608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18211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yrs. Building from nothing.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35224" y="2084832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557016" y="2084832"/>
            <a:ext cx="2130552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2860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8184" y="2743200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758184" y="292608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58184" y="318211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vision across a team.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852160" y="2084832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6473952" y="2084832"/>
            <a:ext cx="2130552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2743200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675120" y="292608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675120" y="318211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yrs. Where budgets break.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769096" y="2084832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9390888" y="2084832"/>
            <a:ext cx="2130552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228600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92056" y="2743200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9592056" y="292608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builder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592056" y="318211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— back to creating.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36576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0F1B3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785616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36576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tool is itself a creative act — which loops back to why I started. Creative → business → tech → back to creative. Each pass makes the next one sharper.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44256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that's the right person to build TENET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640080" y="473659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sat in nearly every chair this product coordinates — so I don't have to imagine where the work breaks.</a:t>
            </a:r>
            <a:endParaRPr lang="en-US" sz="12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1206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05840" y="508406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artist</a:t>
            </a:r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 know what gets lost in a bad handoff.</a:t>
            </a:r>
            <a:endParaRPr lang="en-US" sz="12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5120640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629400" y="508406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director</a:t>
            </a:r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 know what it takes to hold a vision across a team.</a:t>
            </a:r>
            <a:endParaRPr lang="en-US" sz="12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632704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05840" y="559612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owner</a:t>
            </a:r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I've watched the budget take the hits.</a:t>
            </a:r>
            <a:endParaRPr lang="en-US" sz="12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5632704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629400" y="559612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studio</a:t>
            </a:r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I've seen how artists work and where friction lives.</a:t>
            </a:r>
            <a:endParaRPr lang="en-US" sz="1250" dirty="0"/>
          </a:p>
        </p:txBody>
      </p:sp>
      <p:sp>
        <p:nvSpPr>
          <p:cNvPr id="41" name="Shape 30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4008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see the problem from the artist's, director's, owner's, and client's seat at once — and solve across all of them. That cross-vertical view isn't a research finding. 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thing TENET does — and the thing I do.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Who's Building It</dc:title>
  <dc:subject>PptxGenJS Presentation</dc:subject>
  <dc:creator>ANONA / TENET</dc:creator>
  <cp:lastModifiedBy>ANONA / TENET</cp:lastModifiedBy>
  <cp:revision>1</cp:revision>
  <dcterms:created xsi:type="dcterms:W3CDTF">2026-06-04T05:14:45Z</dcterms:created>
  <dcterms:modified xsi:type="dcterms:W3CDTF">2026-06-04T05:14:45Z</dcterms:modified>
</cp:coreProperties>
</file>